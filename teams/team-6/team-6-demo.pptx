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— Say the four numbers. Nothing else.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 — The last line is the whole deck. Pause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 — Step 5 is the one nobody else will say out loud. Lean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— Do it in the browser if the wifi holds, on the slide if it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 — Do not read this. Point at the last four rows,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 — Slow down. This is the Accuracy vote.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2:10 — Reusability vote. Show a cold run only if there is time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2:40 — Stop here. Leave 20 seconds for the room to raise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6 · AI-assisted test suite for Foodora</dc:title>
  <dc:subject>Tesena Fest 2026 · Vibe Testing Lab · Speed Gap Battle
Team 6 — Coding agent + Playwright CLI
</dc:subject>
  <dc:creator/>
  <cp:lastModifiedBy/>
  <cp:revision>1</cp:revision>
  <dcterms:created xsi:type="dcterms:W3CDTF">2026-09-24T13:14:52Z</dcterms:created>
  <dcterms:modified xsi:type="dcterms:W3CDTF">2026-09-24T13:14:52Z</dcterms:modified>
</cp:coreProperties>
</file>